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A41A2B-0B6B-47D3-976F-1325329756E2}" v="138" dt="2025-12-07T14:34:02.8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3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E710D-BB50-476F-9EF1-252068C3FC6E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BF1A7-D68C-4623-958B-8F5A58258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068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E710D-BB50-476F-9EF1-252068C3FC6E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BF1A7-D68C-4623-958B-8F5A58258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082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E710D-BB50-476F-9EF1-252068C3FC6E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BF1A7-D68C-4623-958B-8F5A58258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152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E710D-BB50-476F-9EF1-252068C3FC6E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BF1A7-D68C-4623-958B-8F5A58258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117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E710D-BB50-476F-9EF1-252068C3FC6E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BF1A7-D68C-4623-958B-8F5A58258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808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E710D-BB50-476F-9EF1-252068C3FC6E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BF1A7-D68C-4623-958B-8F5A58258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568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E710D-BB50-476F-9EF1-252068C3FC6E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BF1A7-D68C-4623-958B-8F5A58258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720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E710D-BB50-476F-9EF1-252068C3FC6E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BF1A7-D68C-4623-958B-8F5A58258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945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E710D-BB50-476F-9EF1-252068C3FC6E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BF1A7-D68C-4623-958B-8F5A58258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614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E710D-BB50-476F-9EF1-252068C3FC6E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BF1A7-D68C-4623-958B-8F5A58258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2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E710D-BB50-476F-9EF1-252068C3FC6E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BF1A7-D68C-4623-958B-8F5A58258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684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2E710D-BB50-476F-9EF1-252068C3FC6E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9BF1A7-D68C-4623-958B-8F5A58258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6965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5D73008-786E-A8C3-063E-90D487025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12192000" cy="66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488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D80C9-72A4-E8A2-96AC-0BB851071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6467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PROJECT OVERVIEW :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09462-B06B-3315-4392-0E2D470FF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70290" cy="4351338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Purpose:</a:t>
            </a:r>
            <a:r>
              <a:rPr lang="en-US" dirty="0">
                <a:solidFill>
                  <a:schemeClr val="bg1"/>
                </a:solidFill>
              </a:rPr>
              <a:t> Expense-tracker-java is a </a:t>
            </a:r>
            <a:r>
              <a:rPr lang="en-US" b="1" dirty="0">
                <a:solidFill>
                  <a:schemeClr val="bg1"/>
                </a:solidFill>
              </a:rPr>
              <a:t>desktop application</a:t>
            </a:r>
            <a:r>
              <a:rPr lang="en-US" dirty="0">
                <a:solidFill>
                  <a:schemeClr val="bg1"/>
                </a:solidFill>
              </a:rPr>
              <a:t> for personal finance: to record, track, and manage your incomes &amp; expenses. </a:t>
            </a:r>
          </a:p>
          <a:p>
            <a:r>
              <a:rPr lang="en-US" dirty="0">
                <a:solidFill>
                  <a:schemeClr val="bg1"/>
                </a:solidFill>
              </a:rPr>
              <a:t>It’s meant as a simple but functional “expense and income management” tool: users can log transactions, view balance, browse history, and export reports. </a:t>
            </a:r>
          </a:p>
          <a:p>
            <a:r>
              <a:rPr lang="en-US" dirty="0">
                <a:solidFill>
                  <a:schemeClr val="bg1"/>
                </a:solidFill>
              </a:rPr>
              <a:t>The project is open-source 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4100" name="Picture 4" descr="Expense Tracker - Apps on Google Play">
            <a:extLst>
              <a:ext uri="{FF2B5EF4-FFF2-40B4-BE49-F238E27FC236}">
                <a16:creationId xmlns:a16="http://schemas.microsoft.com/office/drawing/2014/main" id="{861A72AE-7BB3-289F-2313-58D4B1C8B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050" y="1971929"/>
            <a:ext cx="4432237" cy="38926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544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B32555-7D15-8CA4-40D1-89C255161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931" y="3733467"/>
            <a:ext cx="1789471" cy="19696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122" name="Picture 2" descr="Language Logo">
            <a:extLst>
              <a:ext uri="{FF2B5EF4-FFF2-40B4-BE49-F238E27FC236}">
                <a16:creationId xmlns:a16="http://schemas.microsoft.com/office/drawing/2014/main" id="{2F3BF534-5B5E-9D7A-403F-21B3437F6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3104" y="1690688"/>
            <a:ext cx="3382296" cy="19696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33C214-C003-9EA8-E60F-E3E33821E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PROGRAMMING LANGUAGE &amp; UI :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E45A9-5F89-EF4C-31F7-32F27D83E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9965" y="1633528"/>
            <a:ext cx="5838690" cy="405357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application is written in </a:t>
            </a:r>
            <a:r>
              <a:rPr lang="en-US" b="1" dirty="0">
                <a:solidFill>
                  <a:schemeClr val="bg1"/>
                </a:solidFill>
              </a:rPr>
              <a:t>Java</a:t>
            </a:r>
            <a:r>
              <a:rPr lang="en-US" dirty="0">
                <a:solidFill>
                  <a:schemeClr val="bg1"/>
                </a:solidFill>
              </a:rPr>
              <a:t> — the entire codebase is Java. </a:t>
            </a:r>
          </a:p>
          <a:p>
            <a:r>
              <a:rPr lang="en-US" dirty="0">
                <a:solidFill>
                  <a:schemeClr val="bg1"/>
                </a:solidFill>
              </a:rPr>
              <a:t>For the graphical user interface (GUI), it uses </a:t>
            </a:r>
            <a:r>
              <a:rPr lang="en-US" b="1" dirty="0">
                <a:solidFill>
                  <a:schemeClr val="bg1"/>
                </a:solidFill>
              </a:rPr>
              <a:t>Java Swing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r>
              <a:rPr lang="en-US" dirty="0">
                <a:solidFill>
                  <a:schemeClr val="bg1"/>
                </a:solidFill>
              </a:rPr>
              <a:t>It expects </a:t>
            </a:r>
            <a:r>
              <a:rPr lang="en-US" b="1" dirty="0">
                <a:solidFill>
                  <a:schemeClr val="bg1"/>
                </a:solidFill>
              </a:rPr>
              <a:t>Java 8 or later</a:t>
            </a:r>
            <a:r>
              <a:rPr lang="en-US" dirty="0">
                <a:solidFill>
                  <a:schemeClr val="bg1"/>
                </a:solidFill>
              </a:rPr>
              <a:t> to run (i.e. requires a standard Java Development Kit). 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717571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FE282-3AC1-943C-C785-0512D705E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DATA STORAGE :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48803ED-07BA-FA95-1882-AAD72AFC1E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16134"/>
            <a:ext cx="546427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project uses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MySQL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for database management — to store user accounts, transactions, and related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There is a clear separation in project structure: a “backend” package handles database connectivity, data storage, and data flow utilities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C1B03D-BE3F-974C-7234-ADF164AA5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712" y="2016134"/>
            <a:ext cx="3870665" cy="38229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27427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9A496-A870-CF00-A337-24B5A0724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PROJECT STRUCTURE :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52B50-FB7B-28C1-A72F-6CC636C71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6088" y="1816481"/>
            <a:ext cx="6729098" cy="3935094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The source code lives in a directory with subpackages, typically: backend/, frontend/, main/, and test/. 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frontend/ → GUI frames, panels, UI components. 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backend/ → database connectors, data storage and flow logic. 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main/ → contains the main method (program entry point). 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test/ → unit tests / test resources (if any). </a:t>
            </a:r>
          </a:p>
          <a:p>
            <a:pPr marL="0" indent="0">
              <a:buNone/>
            </a:pPr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6146" name="Picture 2" descr="Free Project Budget Templates | Smartsheet">
            <a:extLst>
              <a:ext uri="{FF2B5EF4-FFF2-40B4-BE49-F238E27FC236}">
                <a16:creationId xmlns:a16="http://schemas.microsoft.com/office/drawing/2014/main" id="{F378A535-45D6-A3C1-14A3-F3D1F0702E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415" y="1816480"/>
            <a:ext cx="4555897" cy="393509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5909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A25EA-6154-8584-E7D8-6A696C018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HOW IT WORKS : 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B851E-6A33-0413-39B0-027A99F7C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18006" cy="3962527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On launching the app, user gets option to </a:t>
            </a:r>
            <a:r>
              <a:rPr lang="en-US" b="1" dirty="0">
                <a:solidFill>
                  <a:schemeClr val="bg1"/>
                </a:solidFill>
              </a:rPr>
              <a:t>Login or Create an Account</a:t>
            </a:r>
            <a:r>
              <a:rPr lang="en-US" dirty="0">
                <a:solidFill>
                  <a:schemeClr val="bg1"/>
                </a:solidFill>
              </a:rPr>
              <a:t> (if first time). </a:t>
            </a:r>
          </a:p>
          <a:p>
            <a:r>
              <a:rPr lang="en-US" dirty="0">
                <a:solidFill>
                  <a:schemeClr val="bg1"/>
                </a:solidFill>
              </a:rPr>
              <a:t>After login → the </a:t>
            </a:r>
            <a:r>
              <a:rPr lang="en-US" b="1" dirty="0">
                <a:solidFill>
                  <a:schemeClr val="bg1"/>
                </a:solidFill>
              </a:rPr>
              <a:t>Main Frame / Dashboard</a:t>
            </a:r>
            <a:r>
              <a:rPr lang="en-US" dirty="0">
                <a:solidFill>
                  <a:schemeClr val="bg1"/>
                </a:solidFill>
              </a:rPr>
              <a:t> is shown: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Displays the logged-in user’s name.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Shows </a:t>
            </a:r>
            <a:r>
              <a:rPr lang="en-US" b="1" dirty="0">
                <a:solidFill>
                  <a:schemeClr val="bg1"/>
                </a:solidFill>
              </a:rPr>
              <a:t>current balance</a:t>
            </a:r>
            <a:r>
              <a:rPr lang="en-US" dirty="0">
                <a:solidFill>
                  <a:schemeClr val="bg1"/>
                </a:solidFill>
              </a:rPr>
              <a:t>, aggregated totals for income and expenses.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Provides buttons/controls to manage transactions (add, view history, export, logout). 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FBB717-A610-8BF6-00CD-8694D1B27A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344" y="1825625"/>
            <a:ext cx="2969214" cy="39668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11396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3789C-6331-026B-9350-03D320B8E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LOGIN &amp; DASHBOARD :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EDD362-771B-6C0C-4653-D14028EC4D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98136" y="1717091"/>
            <a:ext cx="6752303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On launching the app, user gets option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Login or Create an Account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After login →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Main Frame / Dashboard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is shown: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Displays the logged-in user’s name.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Shows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current balance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aggregated totals for income and expenses.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Provides buttons/controls to manage transactions (add, view history, export, logout).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FA29D5-600A-208A-C599-AAEE35F936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986" y="1690688"/>
            <a:ext cx="3025902" cy="44276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4314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C5584-40A6-9EDF-EAC9-0098F056C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1391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TRANSACTION MANAGEMENT :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BC3442-C6B2-A552-5F3C-B33D39B84B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69803"/>
            <a:ext cx="7204587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Add Transaction: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User can add a new transaction specifying: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Amount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Type: Income or Expense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Category: chosen via a combo-box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Date: with default to today’s date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Description: optional textual description.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View Transaction History: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Users can browse previous entries: each transaction appears as a “card” in UI.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delete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 transaction — removing from history and database.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A9E3E9-7A6F-E5C6-F0F9-17464A81DF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2787" y="1540306"/>
            <a:ext cx="3311013" cy="48605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9364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A20D3-9E1C-F3DA-643D-7E62C855A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FEATURES :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DDE51-DF81-7372-A785-A26981AA0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0825" y="1825625"/>
            <a:ext cx="6361176" cy="435133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Users can </a:t>
            </a:r>
            <a:r>
              <a:rPr lang="en-US" b="1" dirty="0">
                <a:solidFill>
                  <a:schemeClr val="bg1"/>
                </a:solidFill>
              </a:rPr>
              <a:t>generate and save reports / exports</a:t>
            </a:r>
            <a:r>
              <a:rPr lang="en-US" dirty="0">
                <a:solidFill>
                  <a:schemeClr val="bg1"/>
                </a:solidFill>
              </a:rPr>
              <a:t> of their transactions</a:t>
            </a:r>
          </a:p>
          <a:p>
            <a:r>
              <a:rPr lang="en-US" dirty="0">
                <a:solidFill>
                  <a:schemeClr val="bg1"/>
                </a:solidFill>
              </a:rPr>
              <a:t>Supported export formats: </a:t>
            </a:r>
            <a:r>
              <a:rPr lang="en-US" b="1" dirty="0">
                <a:solidFill>
                  <a:schemeClr val="bg1"/>
                </a:solidFill>
              </a:rPr>
              <a:t>CSV, PDF, XLSX (Excel), and TXT</a:t>
            </a:r>
            <a:r>
              <a:rPr lang="en-US" dirty="0">
                <a:solidFill>
                  <a:schemeClr val="bg1"/>
                </a:solidFill>
              </a:rPr>
              <a:t>. This gives flexibility to analyze data in spreadsheets or share easily.</a:t>
            </a:r>
          </a:p>
          <a:p>
            <a:r>
              <a:rPr lang="en-US" dirty="0">
                <a:solidFill>
                  <a:schemeClr val="bg1"/>
                </a:solidFill>
              </a:rPr>
              <a:t>That means besides just tracking, users can maintain backups, print or share their financial history, or do further analysis externally.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4BE2AC-0C24-C1CF-85EA-ED357A201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92" y="1825625"/>
            <a:ext cx="4886631" cy="435133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85604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Thank You Images, Colors With Thank You, #29130">
            <a:extLst>
              <a:ext uri="{FF2B5EF4-FFF2-40B4-BE49-F238E27FC236}">
                <a16:creationId xmlns:a16="http://schemas.microsoft.com/office/drawing/2014/main" id="{06766C4A-B4B6-971F-FC62-5B3DEBCAD3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7406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250</TotalTime>
  <Words>497</Words>
  <Application>Microsoft Office PowerPoint</Application>
  <PresentationFormat>Widescreen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PROJECT OVERVIEW :</vt:lpstr>
      <vt:lpstr>PROGRAMMING LANGUAGE &amp; UI :</vt:lpstr>
      <vt:lpstr>DATA STORAGE :</vt:lpstr>
      <vt:lpstr>PROJECT STRUCTURE :</vt:lpstr>
      <vt:lpstr>HOW IT WORKS : </vt:lpstr>
      <vt:lpstr>LOGIN &amp; DASHBOARD :</vt:lpstr>
      <vt:lpstr>TRANSACTION MANAGEMENT :</vt:lpstr>
      <vt:lpstr>FEATURES 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Khushi Kaushik</dc:creator>
  <cp:lastModifiedBy>Shubhrat Chaursiya</cp:lastModifiedBy>
  <cp:revision>3</cp:revision>
  <dcterms:created xsi:type="dcterms:W3CDTF">2025-12-07T12:59:20Z</dcterms:created>
  <dcterms:modified xsi:type="dcterms:W3CDTF">2025-12-08T10:07:36Z</dcterms:modified>
</cp:coreProperties>
</file>